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1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3EBED-9684-B2B2-3637-E69A1DDD3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932011-B5C9-9BEF-5B45-4BBF75445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A3E4D3-204A-F659-4900-4D6C2E62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62710-4C74-54E7-CC19-4A442322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5F2765-A209-3EE1-F792-62CC33A1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49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E100E-425E-BD06-DB35-BB4963B9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5FA18B-0800-D0F3-24CF-66F049B70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6E0456-E195-62B6-B38A-622B7660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251C3B-FF75-7AEA-A5FE-2D0DCE11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1618F7-FEFB-B7C1-DD36-CDD6814A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90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13A3B8-735E-FDBD-B29C-8FC32123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B592E6-F1F4-8CF5-B6DE-2DB552D6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C30946-DFB7-F8DF-08AE-1E28B1F6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427C16-7FA3-A7B0-CE76-7715D134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1D72E2-02E2-430C-E7BE-74B12D8A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28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45148-71B1-3953-79C8-633BB3D9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A29E45-3A86-3BE6-4B2C-81311A163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428C5D-981D-1BFD-8518-7252ACEB5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BFCB57-9568-0391-C3D5-FA07DED30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920ED9-B587-894B-EEE4-F4F1214F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5BA7D2-7A49-FF49-7520-1B3B4B24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3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6F22B-05F7-E373-4682-DEA2EFBD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98AA6-38F0-EF61-1EA2-C0271C4D3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0EF1C5-712F-2748-68A2-B1458E650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E95EFB5-CE06-C947-3195-9B57E4AF4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74EB75-A028-DC4D-6AD5-B64E4ACDB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A8B8CD4-60DA-8203-5013-5A559BAF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9EDCC6-0CD8-FBBF-CC4B-C2E492E8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E746F73-4485-12AA-C9C7-BBE1C7A6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67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40AD6-FE8F-44F2-A912-4CCCEB1E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67F127-9B8D-FDFE-3D5E-A751BC6D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DA7BC5-D9E0-0F30-7C5B-6728CB77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C55BAA-9506-32AE-2048-31F2269C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22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D002BB-9CE8-457D-AF8F-E5B95969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3FC632-C3CF-3CC5-E733-5AD94EA9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477972-2076-A605-00E7-9E86354E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36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08A21-C195-B6BE-54C2-EB232D82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2E5CF5-CFDE-13C7-0A14-7481D2339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D0D094-F488-5017-6076-3B800DCCF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EA7877-14B0-CF96-923C-36AB2176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05A215-B7A3-8856-4348-6BACF784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210335-B481-E399-A288-CCFC40D8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46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4ED29-5113-0BC6-B9BB-7769E7CD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2A8974-8B8C-327E-C5F3-A420DDC0E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6FE10F-96A5-6CCE-F603-25B5CC552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8887C6-6E3B-24AF-A2EB-C35B56BD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5C0939-FC88-7BCF-4F85-21CCE39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1BD685-53CD-F2D2-FD23-6482DF00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08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F715E-52CC-B87B-B81E-41CB6DD2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3C107D-D489-267E-3411-82945EF14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59CEE7-0E2F-B48D-5F84-C2CEB1FA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E84926-789A-D33F-D26C-6DDED3DA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0353B-1307-D8A3-3A1C-ADAD1E23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33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6AF4DF-7D34-B71A-3A42-2B8972702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C24FF5-A11F-AACB-CD35-7E34ECD33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A7FEF-FDA3-24CA-9569-FAEF7899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9A5184-6DDC-29C7-03D1-0F05D66A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70F8B-D6CC-64B7-EC98-0AB4D491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212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D79C2E-5753-A63C-B984-6DE74E62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721A94-4137-4886-E85B-24924B87C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6EB44-1179-759F-C808-14C4F6522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588AF-1B0B-4777-95E2-48BF0AB0E26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2EFF56-F4C2-4DD0-6F90-338EF8793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969F6-3A36-0074-CD34-D17C68895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35739-C148-4D77-92B7-F21CC0DE9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99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6A895-927A-8111-BE5F-4E0C4CB709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Code Erklärung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A3637F-4D97-84CB-32F5-62BF5AEDC5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00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473BD-5E04-D6D7-651D-F038A866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App_main</a:t>
            </a:r>
            <a:r>
              <a:rPr lang="de-DE" dirty="0"/>
              <a:t>()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213705-A9E0-E311-2C60-3DB04210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app_main</a:t>
            </a:r>
            <a:r>
              <a:rPr lang="de-DE" dirty="0"/>
              <a:t>() ist selbst ein </a:t>
            </a:r>
            <a:r>
              <a:rPr lang="de-DE" dirty="0" err="1"/>
              <a:t>FreeRTOS</a:t>
            </a:r>
            <a:r>
              <a:rPr lang="de-DE" dirty="0"/>
              <a:t>-Task.</a:t>
            </a:r>
          </a:p>
          <a:p>
            <a:r>
              <a:rPr lang="de-DE" dirty="0"/>
              <a:t>Sie startet drei weitere Tasks (ADC, LED, Data Send).</a:t>
            </a:r>
          </a:p>
          <a:p>
            <a:r>
              <a:rPr lang="de-DE" dirty="0"/>
              <a:t>Dann initialisiert sie Hardware und Interrupts.</a:t>
            </a:r>
          </a:p>
          <a:p>
            <a:r>
              <a:rPr lang="de-DE" dirty="0"/>
              <a:t>Anschließend bleibt sie in einer Endlosschleife und wartet blockierend auf Hall-Sensor-Ereignisse.</a:t>
            </a:r>
          </a:p>
          <a:p>
            <a:r>
              <a:rPr lang="de-DE" dirty="0"/>
              <a:t>Alles läuft </a:t>
            </a:r>
            <a:r>
              <a:rPr lang="de-DE" b="1" dirty="0"/>
              <a:t>multitaskingfähig und echtzeitgesteuert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529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27D66DB-7E17-B551-B38E-F65D201F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6054"/>
            <a:ext cx="10515600" cy="5620909"/>
          </a:xfrm>
        </p:spPr>
        <p:txBody>
          <a:bodyPr>
            <a:normAutofit/>
          </a:bodyPr>
          <a:lstStyle/>
          <a:p>
            <a:r>
              <a:rPr lang="de-DE" sz="1600" dirty="0" err="1">
                <a:highlight>
                  <a:srgbClr val="FFFF00"/>
                </a:highlight>
              </a:rPr>
              <a:t>xTaskCreate</a:t>
            </a:r>
            <a:r>
              <a:rPr lang="de-DE" sz="1600" dirty="0">
                <a:highlight>
                  <a:srgbClr val="FFFF00"/>
                </a:highlight>
              </a:rPr>
              <a:t>(</a:t>
            </a:r>
            <a:r>
              <a:rPr lang="de-DE" sz="1600" dirty="0" err="1">
                <a:highlight>
                  <a:srgbClr val="FFFF00"/>
                </a:highlight>
              </a:rPr>
              <a:t>ADC_Task</a:t>
            </a:r>
            <a:r>
              <a:rPr lang="de-DE" sz="1600" dirty="0">
                <a:highlight>
                  <a:srgbClr val="FFFF00"/>
                </a:highlight>
              </a:rPr>
              <a:t>, "</a:t>
            </a:r>
            <a:r>
              <a:rPr lang="de-DE" sz="1600" dirty="0" err="1">
                <a:highlight>
                  <a:srgbClr val="FFFF00"/>
                </a:highlight>
              </a:rPr>
              <a:t>ADC_Task</a:t>
            </a:r>
            <a:r>
              <a:rPr lang="de-DE" sz="1600" dirty="0">
                <a:highlight>
                  <a:srgbClr val="FFFF00"/>
                </a:highlight>
              </a:rPr>
              <a:t>", 4096, NULL, 10, &amp;</a:t>
            </a:r>
            <a:r>
              <a:rPr lang="de-DE" sz="1600" dirty="0" err="1">
                <a:highlight>
                  <a:srgbClr val="FFFF00"/>
                </a:highlight>
              </a:rPr>
              <a:t>myTaskHandle_ADC</a:t>
            </a:r>
            <a:r>
              <a:rPr lang="de-DE" sz="1600" dirty="0">
                <a:highlight>
                  <a:srgbClr val="FFFF00"/>
                </a:highlight>
              </a:rPr>
              <a:t>);</a:t>
            </a:r>
          </a:p>
          <a:p>
            <a:r>
              <a:rPr lang="de-DE" sz="1600" dirty="0" err="1">
                <a:highlight>
                  <a:srgbClr val="FFFF00"/>
                </a:highlight>
              </a:rPr>
              <a:t>xTaskCreate</a:t>
            </a:r>
            <a:r>
              <a:rPr lang="de-DE" sz="1600" dirty="0">
                <a:highlight>
                  <a:srgbClr val="FFFF00"/>
                </a:highlight>
              </a:rPr>
              <a:t>(</a:t>
            </a:r>
            <a:r>
              <a:rPr lang="de-DE" sz="1600" dirty="0" err="1">
                <a:highlight>
                  <a:srgbClr val="FFFF00"/>
                </a:highlight>
              </a:rPr>
              <a:t>LED_Task</a:t>
            </a:r>
            <a:r>
              <a:rPr lang="de-DE" sz="1600" dirty="0">
                <a:highlight>
                  <a:srgbClr val="FFFF00"/>
                </a:highlight>
              </a:rPr>
              <a:t>, "</a:t>
            </a:r>
            <a:r>
              <a:rPr lang="de-DE" sz="1600" dirty="0" err="1">
                <a:highlight>
                  <a:srgbClr val="FFFF00"/>
                </a:highlight>
              </a:rPr>
              <a:t>LED_Task</a:t>
            </a:r>
            <a:r>
              <a:rPr lang="de-DE" sz="1600" dirty="0">
                <a:highlight>
                  <a:srgbClr val="FFFF00"/>
                </a:highlight>
              </a:rPr>
              <a:t>", 4096, NULL, 1, &amp;</a:t>
            </a:r>
            <a:r>
              <a:rPr lang="de-DE" sz="1600" dirty="0" err="1">
                <a:highlight>
                  <a:srgbClr val="FFFF00"/>
                </a:highlight>
              </a:rPr>
              <a:t>myTaskHandle_LED</a:t>
            </a:r>
            <a:r>
              <a:rPr lang="de-DE" sz="1600" dirty="0">
                <a:highlight>
                  <a:srgbClr val="FFFF00"/>
                </a:highlight>
              </a:rPr>
              <a:t>);</a:t>
            </a:r>
          </a:p>
          <a:p>
            <a:r>
              <a:rPr lang="de-DE" sz="1600" dirty="0" err="1">
                <a:highlight>
                  <a:srgbClr val="FFFF00"/>
                </a:highlight>
              </a:rPr>
              <a:t>xTaskCreate</a:t>
            </a:r>
            <a:r>
              <a:rPr lang="de-DE" sz="1600" dirty="0">
                <a:highlight>
                  <a:srgbClr val="FFFF00"/>
                </a:highlight>
              </a:rPr>
              <a:t>(</a:t>
            </a:r>
            <a:r>
              <a:rPr lang="de-DE" sz="1600" dirty="0" err="1">
                <a:highlight>
                  <a:srgbClr val="FFFF00"/>
                </a:highlight>
              </a:rPr>
              <a:t>send_data_task</a:t>
            </a:r>
            <a:r>
              <a:rPr lang="de-DE" sz="1600" dirty="0">
                <a:highlight>
                  <a:srgbClr val="FFFF00"/>
                </a:highlight>
              </a:rPr>
              <a:t>, "</a:t>
            </a:r>
            <a:r>
              <a:rPr lang="de-DE" sz="1600" dirty="0" err="1">
                <a:highlight>
                  <a:srgbClr val="FFFF00"/>
                </a:highlight>
              </a:rPr>
              <a:t>send_data_task</a:t>
            </a:r>
            <a:r>
              <a:rPr lang="de-DE" sz="1600" dirty="0">
                <a:highlight>
                  <a:srgbClr val="FFFF00"/>
                </a:highlight>
              </a:rPr>
              <a:t>", 2048, NULL, 5, NULL);</a:t>
            </a:r>
          </a:p>
          <a:p>
            <a:endParaRPr lang="de-DE" dirty="0"/>
          </a:p>
          <a:p>
            <a:r>
              <a:rPr lang="de-DE" dirty="0"/>
              <a:t>Drei parallel Aufgaben die der </a:t>
            </a:r>
            <a:r>
              <a:rPr lang="de-DE" dirty="0" err="1"/>
              <a:t>FreeRTOS</a:t>
            </a:r>
            <a:r>
              <a:rPr lang="de-DE" dirty="0"/>
              <a:t>-Scheduler gleichzeitig verwaltet</a:t>
            </a:r>
          </a:p>
          <a:p>
            <a:r>
              <a:rPr lang="de-DE" sz="2000" dirty="0" err="1"/>
              <a:t>ADC_Task</a:t>
            </a:r>
            <a:r>
              <a:rPr lang="de-DE" sz="2000" dirty="0"/>
              <a:t>: lies analoge Werte ein, </a:t>
            </a:r>
            <a:r>
              <a:rPr lang="de-DE" sz="2000" dirty="0" err="1"/>
              <a:t>Prio</a:t>
            </a:r>
            <a:r>
              <a:rPr lang="de-DE" sz="2000" dirty="0"/>
              <a:t> 10 (sehr hoch)</a:t>
            </a:r>
          </a:p>
          <a:p>
            <a:r>
              <a:rPr lang="de-DE" sz="2000" dirty="0" err="1"/>
              <a:t>LED_Task</a:t>
            </a:r>
            <a:r>
              <a:rPr lang="de-DE" sz="2000" dirty="0"/>
              <a:t>: steuert Status-LEDs, </a:t>
            </a:r>
            <a:r>
              <a:rPr lang="de-DE" sz="2000" dirty="0" err="1"/>
              <a:t>Prio</a:t>
            </a:r>
            <a:r>
              <a:rPr lang="de-DE" sz="2000" dirty="0"/>
              <a:t> 1 (send niedrig)</a:t>
            </a:r>
          </a:p>
          <a:p>
            <a:r>
              <a:rPr lang="de-DE" sz="2000" dirty="0" err="1"/>
              <a:t>Send_data_task</a:t>
            </a:r>
            <a:r>
              <a:rPr lang="de-DE" sz="2000" dirty="0"/>
              <a:t>: sendet/empfängt Daten über UART, </a:t>
            </a:r>
            <a:r>
              <a:rPr lang="de-DE" sz="2000" dirty="0" err="1"/>
              <a:t>Prio</a:t>
            </a:r>
            <a:r>
              <a:rPr lang="de-DE" sz="2000" dirty="0"/>
              <a:t> 5 (mittel)</a:t>
            </a:r>
          </a:p>
          <a:p>
            <a:endParaRPr lang="de-DE" sz="2000" dirty="0"/>
          </a:p>
          <a:p>
            <a:r>
              <a:rPr lang="de-DE" dirty="0" err="1"/>
              <a:t>xTaskCreate</a:t>
            </a:r>
            <a:r>
              <a:rPr lang="de-DE" dirty="0"/>
              <a:t>()</a:t>
            </a:r>
            <a:r>
              <a:rPr lang="de-DE" sz="2000" dirty="0"/>
              <a:t> legt jeden Task im Scheduler an, aber sie werden </a:t>
            </a:r>
            <a:r>
              <a:rPr lang="de-DE" sz="2000" b="1" dirty="0"/>
              <a:t>automatisch gestartet</a:t>
            </a:r>
            <a:r>
              <a:rPr lang="de-DE" sz="2000" dirty="0"/>
              <a:t>, sobald </a:t>
            </a:r>
            <a:r>
              <a:rPr lang="de-DE" dirty="0" err="1"/>
              <a:t>app_main</a:t>
            </a:r>
            <a:r>
              <a:rPr lang="de-DE" dirty="0"/>
              <a:t>()</a:t>
            </a:r>
            <a:r>
              <a:rPr lang="de-DE" sz="2000" dirty="0"/>
              <a:t> weiterläuft.</a:t>
            </a:r>
          </a:p>
        </p:txBody>
      </p:sp>
    </p:spTree>
    <p:extLst>
      <p:ext uri="{BB962C8B-B14F-4D97-AF65-F5344CB8AC3E}">
        <p14:creationId xmlns:p14="http://schemas.microsoft.com/office/powerpoint/2010/main" val="225133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7E75C-8A91-0346-E2D2-0BA298449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205"/>
            <a:ext cx="10515600" cy="5892758"/>
          </a:xfrm>
        </p:spPr>
        <p:txBody>
          <a:bodyPr/>
          <a:lstStyle/>
          <a:p>
            <a:r>
              <a:rPr lang="de-DE" sz="1600" dirty="0" err="1">
                <a:highlight>
                  <a:srgbClr val="FFFF00"/>
                </a:highlight>
              </a:rPr>
              <a:t>Init_Timers</a:t>
            </a:r>
            <a:r>
              <a:rPr lang="de-DE" sz="1600" dirty="0">
                <a:highlight>
                  <a:srgbClr val="FFFF00"/>
                </a:highlight>
              </a:rPr>
              <a:t>(</a:t>
            </a:r>
            <a:r>
              <a:rPr lang="de-DE" sz="1600" dirty="0" err="1">
                <a:highlight>
                  <a:srgbClr val="FFFF00"/>
                </a:highlight>
              </a:rPr>
              <a:t>Frequency_Current</a:t>
            </a:r>
            <a:r>
              <a:rPr lang="de-DE" sz="1600" dirty="0">
                <a:highlight>
                  <a:srgbClr val="FFFF00"/>
                </a:highlight>
              </a:rPr>
              <a:t>);</a:t>
            </a:r>
          </a:p>
          <a:p>
            <a:pPr marL="0" indent="0">
              <a:buNone/>
            </a:pPr>
            <a:r>
              <a:rPr lang="de-DE" dirty="0"/>
              <a:t>→ Diese Funktion richtet die </a:t>
            </a:r>
            <a:r>
              <a:rPr lang="de-DE" b="1" dirty="0"/>
              <a:t>drei PWM-</a:t>
            </a:r>
            <a:r>
              <a:rPr lang="de-DE" b="1" dirty="0" err="1"/>
              <a:t>Timer</a:t>
            </a:r>
            <a:r>
              <a:rPr lang="de-DE" dirty="0"/>
              <a:t> des ESP32-MCPWM-Moduls ein, um einen </a:t>
            </a:r>
            <a:r>
              <a:rPr lang="de-DE" b="1" dirty="0"/>
              <a:t>dreiphasigen BLDC-Motor</a:t>
            </a:r>
            <a:r>
              <a:rPr lang="de-DE" dirty="0"/>
              <a:t> anzusteuern.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886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A41A0-18F4-B08D-6046-51A4377A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619"/>
            <a:ext cx="10515600" cy="1325563"/>
          </a:xfrm>
        </p:spPr>
        <p:txBody>
          <a:bodyPr>
            <a:noAutofit/>
          </a:bodyPr>
          <a:lstStyle/>
          <a:p>
            <a:r>
              <a:rPr lang="de-DE" sz="2000" dirty="0">
                <a:highlight>
                  <a:srgbClr val="FFFF00"/>
                </a:highlight>
              </a:rPr>
              <a:t>ESP_LOGI(TAG, "Create Hall </a:t>
            </a:r>
            <a:r>
              <a:rPr lang="de-DE" sz="2000" dirty="0" err="1">
                <a:highlight>
                  <a:srgbClr val="FFFF00"/>
                </a:highlight>
              </a:rPr>
              <a:t>sensor</a:t>
            </a:r>
            <a:r>
              <a:rPr lang="de-DE" sz="2000" dirty="0">
                <a:highlight>
                  <a:srgbClr val="FFFF00"/>
                </a:highlight>
              </a:rPr>
              <a:t> </a:t>
            </a:r>
            <a:r>
              <a:rPr lang="de-DE" sz="2000" dirty="0" err="1">
                <a:highlight>
                  <a:srgbClr val="FFFF00"/>
                </a:highlight>
              </a:rPr>
              <a:t>capture</a:t>
            </a:r>
            <a:r>
              <a:rPr lang="de-DE" sz="2000" dirty="0">
                <a:highlight>
                  <a:srgbClr val="FFFF00"/>
                </a:highlight>
              </a:rPr>
              <a:t> </a:t>
            </a:r>
            <a:r>
              <a:rPr lang="de-DE" sz="2000" dirty="0" err="1">
                <a:highlight>
                  <a:srgbClr val="FFFF00"/>
                </a:highlight>
              </a:rPr>
              <a:t>channels</a:t>
            </a:r>
            <a:r>
              <a:rPr lang="de-DE" sz="2000" dirty="0">
                <a:highlight>
                  <a:srgbClr val="FFFF00"/>
                </a:highlight>
              </a:rPr>
              <a:t>");</a:t>
            </a:r>
            <a:br>
              <a:rPr lang="de-DE" sz="2000" dirty="0">
                <a:highlight>
                  <a:srgbClr val="FFFF00"/>
                </a:highlight>
              </a:rPr>
            </a:br>
            <a:r>
              <a:rPr lang="de-DE" sz="2000" dirty="0" err="1">
                <a:highlight>
                  <a:srgbClr val="FFFF00"/>
                </a:highlight>
              </a:rPr>
              <a:t>mcpwm_cap_timer_handle_t</a:t>
            </a:r>
            <a:r>
              <a:rPr lang="de-DE" sz="2000" dirty="0">
                <a:highlight>
                  <a:srgbClr val="FFFF00"/>
                </a:highlight>
              </a:rPr>
              <a:t> </a:t>
            </a:r>
            <a:r>
              <a:rPr lang="de-DE" sz="2000" dirty="0" err="1">
                <a:highlight>
                  <a:srgbClr val="FFFF00"/>
                </a:highlight>
              </a:rPr>
              <a:t>cap_timer</a:t>
            </a:r>
            <a:r>
              <a:rPr lang="de-DE" sz="2000" dirty="0">
                <a:highlight>
                  <a:srgbClr val="FFFF00"/>
                </a:highlight>
              </a:rPr>
              <a:t> = NULL;</a:t>
            </a:r>
            <a:br>
              <a:rPr lang="de-DE" sz="2000" dirty="0">
                <a:highlight>
                  <a:srgbClr val="FFFF00"/>
                </a:highlight>
              </a:rPr>
            </a:br>
            <a:r>
              <a:rPr lang="de-DE" sz="2000" dirty="0" err="1">
                <a:highlight>
                  <a:srgbClr val="FFFF00"/>
                </a:highlight>
              </a:rPr>
              <a:t>mcpwm_capture_timer_config_t</a:t>
            </a:r>
            <a:r>
              <a:rPr lang="de-DE" sz="2000" dirty="0">
                <a:highlight>
                  <a:srgbClr val="FFFF00"/>
                </a:highlight>
              </a:rPr>
              <a:t> </a:t>
            </a:r>
            <a:r>
              <a:rPr lang="de-DE" sz="2000" dirty="0" err="1">
                <a:highlight>
                  <a:srgbClr val="FFFF00"/>
                </a:highlight>
              </a:rPr>
              <a:t>cap_timer_config</a:t>
            </a:r>
            <a:r>
              <a:rPr lang="de-DE" sz="2000" dirty="0">
                <a:highlight>
                  <a:srgbClr val="FFFF00"/>
                </a:highlight>
              </a:rPr>
              <a:t> = {</a:t>
            </a:r>
            <a:br>
              <a:rPr lang="de-DE" sz="2000" dirty="0">
                <a:highlight>
                  <a:srgbClr val="FFFF00"/>
                </a:highlight>
              </a:rPr>
            </a:br>
            <a:r>
              <a:rPr lang="de-DE" sz="2000" dirty="0">
                <a:highlight>
                  <a:srgbClr val="FFFF00"/>
                </a:highlight>
              </a:rPr>
              <a:t>.</a:t>
            </a:r>
            <a:r>
              <a:rPr lang="de-DE" sz="2000" dirty="0" err="1">
                <a:highlight>
                  <a:srgbClr val="FFFF00"/>
                </a:highlight>
              </a:rPr>
              <a:t>group_id</a:t>
            </a:r>
            <a:r>
              <a:rPr lang="de-DE" sz="2000" dirty="0">
                <a:highlight>
                  <a:srgbClr val="FFFF00"/>
                </a:highlight>
              </a:rPr>
              <a:t> = 0,</a:t>
            </a:r>
            <a:br>
              <a:rPr lang="de-DE" sz="2000" dirty="0">
                <a:highlight>
                  <a:srgbClr val="FFFF00"/>
                </a:highlight>
              </a:rPr>
            </a:br>
            <a:r>
              <a:rPr lang="de-DE" sz="2000" dirty="0">
                <a:highlight>
                  <a:srgbClr val="FFFF00"/>
                </a:highlight>
              </a:rPr>
              <a:t>.</a:t>
            </a:r>
            <a:r>
              <a:rPr lang="de-DE" sz="2000" dirty="0" err="1">
                <a:highlight>
                  <a:srgbClr val="FFFF00"/>
                </a:highlight>
              </a:rPr>
              <a:t>clk_src</a:t>
            </a:r>
            <a:r>
              <a:rPr lang="de-DE" sz="2000" dirty="0">
                <a:highlight>
                  <a:srgbClr val="FFFF00"/>
                </a:highlight>
              </a:rPr>
              <a:t> = MCPWM_CAPTURE_CLK_SRC_DEFAULT,</a:t>
            </a:r>
            <a:br>
              <a:rPr lang="de-DE" sz="2000" dirty="0">
                <a:highlight>
                  <a:srgbClr val="FFFF00"/>
                </a:highlight>
              </a:rPr>
            </a:br>
            <a:r>
              <a:rPr lang="de-DE" sz="2000" dirty="0">
                <a:highlight>
                  <a:srgbClr val="FFFF00"/>
                </a:highlight>
              </a:rPr>
              <a:t>};</a:t>
            </a:r>
            <a:br>
              <a:rPr lang="de-DE" sz="2000" dirty="0">
                <a:highlight>
                  <a:srgbClr val="FFFF00"/>
                </a:highlight>
              </a:rPr>
            </a:br>
            <a:endParaRPr lang="de-DE" sz="800" dirty="0">
              <a:highlight>
                <a:srgbClr val="FFFF0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542CD7-23E7-E014-9A28-1151BF9A40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284" y="1950182"/>
            <a:ext cx="109254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Erstellt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einen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der intern mit hoher Auflösung  läuft.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Dieser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misst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 Zeit zwischen den Signalflanken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 dient als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gemeinsame Zeitbasis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für alle drei Capture-Kanäle.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4D790C-0CC7-9525-C9A4-8A7D5FCE193C}"/>
              </a:ext>
            </a:extLst>
          </p:cNvPr>
          <p:cNvSpPr txBox="1">
            <a:spLocks/>
          </p:cNvSpPr>
          <p:nvPr/>
        </p:nvSpPr>
        <p:spPr>
          <a:xfrm>
            <a:off x="838200" y="31371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7312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FE1C9-8AF3-9C0D-58EA-96E3B40F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1400" dirty="0">
                <a:highlight>
                  <a:srgbClr val="FFFF00"/>
                </a:highlight>
              </a:rPr>
              <a:t>ESP_ERROR_CHECK(</a:t>
            </a:r>
            <a:r>
              <a:rPr lang="de-DE" sz="1400" dirty="0" err="1">
                <a:highlight>
                  <a:srgbClr val="FFFF00"/>
                </a:highlight>
              </a:rPr>
              <a:t>mcpwm_new_capture_timer</a:t>
            </a:r>
            <a:r>
              <a:rPr lang="de-DE" sz="1400" dirty="0">
                <a:highlight>
                  <a:srgbClr val="FFFF00"/>
                </a:highlight>
              </a:rPr>
              <a:t>(&amp;</a:t>
            </a:r>
            <a:r>
              <a:rPr lang="de-DE" sz="1400" dirty="0" err="1">
                <a:highlight>
                  <a:srgbClr val="FFFF00"/>
                </a:highlight>
              </a:rPr>
              <a:t>cap_timer_config</a:t>
            </a:r>
            <a:r>
              <a:rPr lang="de-DE" sz="1400" dirty="0">
                <a:highlight>
                  <a:srgbClr val="FFFF00"/>
                </a:highlight>
              </a:rPr>
              <a:t>, &amp;</a:t>
            </a:r>
            <a:r>
              <a:rPr lang="de-DE" sz="1400" dirty="0" err="1">
                <a:highlight>
                  <a:srgbClr val="FFFF00"/>
                </a:highlight>
              </a:rPr>
              <a:t>cap_timer</a:t>
            </a:r>
            <a:r>
              <a:rPr lang="de-DE" sz="1400" dirty="0">
                <a:highlight>
                  <a:srgbClr val="FFFF00"/>
                </a:highlight>
              </a:rPr>
              <a:t>));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 err="1">
                <a:highlight>
                  <a:srgbClr val="FFFF00"/>
                </a:highlight>
              </a:rPr>
              <a:t>mcpwm_cap_channel_handle_t</a:t>
            </a:r>
            <a:r>
              <a:rPr lang="de-DE" sz="1400" dirty="0">
                <a:highlight>
                  <a:srgbClr val="FFFF00"/>
                </a:highlight>
              </a:rPr>
              <a:t> </a:t>
            </a:r>
            <a:r>
              <a:rPr lang="de-DE" sz="1400" dirty="0" err="1">
                <a:highlight>
                  <a:srgbClr val="FFFF00"/>
                </a:highlight>
              </a:rPr>
              <a:t>cap_channels</a:t>
            </a:r>
            <a:r>
              <a:rPr lang="de-DE" sz="1400" dirty="0">
                <a:highlight>
                  <a:srgbClr val="FFFF00"/>
                </a:highlight>
              </a:rPr>
              <a:t>[3];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 err="1">
                <a:highlight>
                  <a:srgbClr val="FFFF00"/>
                </a:highlight>
              </a:rPr>
              <a:t>mcpwm_capture_channel_config_t</a:t>
            </a:r>
            <a:r>
              <a:rPr lang="de-DE" sz="1400" dirty="0">
                <a:highlight>
                  <a:srgbClr val="FFFF00"/>
                </a:highlight>
              </a:rPr>
              <a:t> </a:t>
            </a:r>
            <a:r>
              <a:rPr lang="de-DE" sz="1400" dirty="0" err="1">
                <a:highlight>
                  <a:srgbClr val="FFFF00"/>
                </a:highlight>
              </a:rPr>
              <a:t>cap_channel_config</a:t>
            </a:r>
            <a:r>
              <a:rPr lang="de-DE" sz="1400" dirty="0">
                <a:highlight>
                  <a:srgbClr val="FFFF00"/>
                </a:highlight>
              </a:rPr>
              <a:t> = {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>
                <a:highlight>
                  <a:srgbClr val="FFFF00"/>
                </a:highlight>
              </a:rPr>
              <a:t>.</a:t>
            </a:r>
            <a:r>
              <a:rPr lang="de-DE" sz="1400" dirty="0" err="1">
                <a:highlight>
                  <a:srgbClr val="FFFF00"/>
                </a:highlight>
              </a:rPr>
              <a:t>prescale</a:t>
            </a:r>
            <a:r>
              <a:rPr lang="de-DE" sz="1400" dirty="0">
                <a:highlight>
                  <a:srgbClr val="FFFF00"/>
                </a:highlight>
              </a:rPr>
              <a:t> = 1,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>
                <a:highlight>
                  <a:srgbClr val="FFFF00"/>
                </a:highlight>
              </a:rPr>
              <a:t>.</a:t>
            </a:r>
            <a:r>
              <a:rPr lang="de-DE" sz="1400" dirty="0" err="1">
                <a:highlight>
                  <a:srgbClr val="FFFF00"/>
                </a:highlight>
              </a:rPr>
              <a:t>flags.pull_up</a:t>
            </a:r>
            <a:r>
              <a:rPr lang="de-DE" sz="1400" dirty="0">
                <a:highlight>
                  <a:srgbClr val="FFFF00"/>
                </a:highlight>
              </a:rPr>
              <a:t> = </a:t>
            </a:r>
            <a:r>
              <a:rPr lang="de-DE" sz="1400" dirty="0" err="1">
                <a:highlight>
                  <a:srgbClr val="FFFF00"/>
                </a:highlight>
              </a:rPr>
              <a:t>false</a:t>
            </a:r>
            <a:r>
              <a:rPr lang="de-DE" sz="1400" dirty="0">
                <a:highlight>
                  <a:srgbClr val="FFFF00"/>
                </a:highlight>
              </a:rPr>
              <a:t>,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>
                <a:highlight>
                  <a:srgbClr val="FFFF00"/>
                </a:highlight>
              </a:rPr>
              <a:t>.</a:t>
            </a:r>
            <a:r>
              <a:rPr lang="de-DE" sz="1400" dirty="0" err="1">
                <a:highlight>
                  <a:srgbClr val="FFFF00"/>
                </a:highlight>
              </a:rPr>
              <a:t>flags.neg_edge</a:t>
            </a:r>
            <a:r>
              <a:rPr lang="de-DE" sz="1400" dirty="0">
                <a:highlight>
                  <a:srgbClr val="FFFF00"/>
                </a:highlight>
              </a:rPr>
              <a:t> = </a:t>
            </a:r>
            <a:r>
              <a:rPr lang="de-DE" sz="1400" dirty="0" err="1">
                <a:highlight>
                  <a:srgbClr val="FFFF00"/>
                </a:highlight>
              </a:rPr>
              <a:t>true</a:t>
            </a:r>
            <a:r>
              <a:rPr lang="de-DE" sz="1400" dirty="0">
                <a:highlight>
                  <a:srgbClr val="FFFF00"/>
                </a:highlight>
              </a:rPr>
              <a:t>,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>
                <a:highlight>
                  <a:srgbClr val="FFFF00"/>
                </a:highlight>
              </a:rPr>
              <a:t>.</a:t>
            </a:r>
            <a:r>
              <a:rPr lang="de-DE" sz="1400" dirty="0" err="1">
                <a:highlight>
                  <a:srgbClr val="FFFF00"/>
                </a:highlight>
              </a:rPr>
              <a:t>flags.pos_edge</a:t>
            </a:r>
            <a:r>
              <a:rPr lang="de-DE" sz="1400" dirty="0">
                <a:highlight>
                  <a:srgbClr val="FFFF00"/>
                </a:highlight>
              </a:rPr>
              <a:t> = </a:t>
            </a:r>
            <a:r>
              <a:rPr lang="de-DE" sz="1400" dirty="0" err="1">
                <a:highlight>
                  <a:srgbClr val="FFFF00"/>
                </a:highlight>
              </a:rPr>
              <a:t>true</a:t>
            </a:r>
            <a:r>
              <a:rPr lang="de-DE" sz="1400" dirty="0">
                <a:highlight>
                  <a:srgbClr val="FFFF00"/>
                </a:highlight>
              </a:rPr>
              <a:t>,</a:t>
            </a:r>
            <a:br>
              <a:rPr lang="de-DE" sz="1400" dirty="0">
                <a:highlight>
                  <a:srgbClr val="FFFF00"/>
                </a:highlight>
              </a:rPr>
            </a:br>
            <a:r>
              <a:rPr lang="de-DE" sz="1400" dirty="0">
                <a:highlight>
                  <a:srgbClr val="FFFF00"/>
                </a:highlight>
              </a:rPr>
              <a:t>};</a:t>
            </a:r>
            <a:br>
              <a:rPr lang="de-DE" sz="1400" dirty="0">
                <a:highlight>
                  <a:srgbClr val="FFFF00"/>
                </a:highlight>
              </a:rPr>
            </a:br>
            <a:endParaRPr lang="de-DE" sz="1400" dirty="0">
              <a:highlight>
                <a:srgbClr val="FFFF00"/>
              </a:highligh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B4452C-745D-5621-CB2D-9505D6EC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/>
              <a:t>ESP_ERROR_CHECK(</a:t>
            </a:r>
            <a:r>
              <a:rPr lang="de-DE" sz="2000" dirty="0" err="1"/>
              <a:t>mcpwm_new_capture_timer</a:t>
            </a:r>
            <a:r>
              <a:rPr lang="de-DE" sz="2000" dirty="0"/>
              <a:t>(&amp;</a:t>
            </a:r>
            <a:r>
              <a:rPr lang="de-DE" sz="2000" dirty="0" err="1"/>
              <a:t>cap_timer_config</a:t>
            </a:r>
            <a:r>
              <a:rPr lang="de-DE" sz="2000" dirty="0"/>
              <a:t>, &amp;</a:t>
            </a:r>
            <a:r>
              <a:rPr lang="de-DE" sz="2000" dirty="0" err="1"/>
              <a:t>cap_timer</a:t>
            </a:r>
            <a:r>
              <a:rPr lang="de-DE" sz="2000" dirty="0"/>
              <a:t>));</a:t>
            </a:r>
          </a:p>
          <a:p>
            <a:r>
              <a:rPr lang="de-DE" dirty="0"/>
              <a:t>→ </a:t>
            </a:r>
            <a:r>
              <a:rPr lang="de-DE" sz="1400" dirty="0"/>
              <a:t>Erzeugt und initialisiert einen </a:t>
            </a:r>
            <a:r>
              <a:rPr lang="de-DE" sz="1400" b="1" dirty="0"/>
              <a:t>Capture-</a:t>
            </a:r>
            <a:r>
              <a:rPr lang="de-DE" sz="1400" b="1" dirty="0" err="1"/>
              <a:t>Timer</a:t>
            </a:r>
            <a:r>
              <a:rPr lang="de-DE" sz="1400" dirty="0"/>
              <a:t>, also eine hochauflösende interne Uhr.</a:t>
            </a:r>
          </a:p>
          <a:p>
            <a:r>
              <a:rPr lang="de-DE" sz="1400" dirty="0"/>
              <a:t>Dieser </a:t>
            </a:r>
            <a:r>
              <a:rPr lang="de-DE" sz="1400" dirty="0" err="1"/>
              <a:t>Timer</a:t>
            </a:r>
            <a:r>
              <a:rPr lang="de-DE" sz="1400" dirty="0"/>
              <a:t> läuft </a:t>
            </a:r>
            <a:r>
              <a:rPr lang="de-DE" sz="1400" b="1" dirty="0"/>
              <a:t>kontinuierlich mit hoher Frequenz</a:t>
            </a:r>
            <a:r>
              <a:rPr lang="de-DE" sz="1400" dirty="0"/>
              <a:t> (z. B. 80 MHz oder 160 MHz) und dient als Zeitbasis für alle Capture-Ereignisse.</a:t>
            </a:r>
          </a:p>
          <a:p>
            <a:r>
              <a:rPr lang="de-DE" sz="1400" dirty="0"/>
              <a:t>Jedes Mal, wenn ein </a:t>
            </a:r>
            <a:r>
              <a:rPr lang="de-DE" sz="1400" dirty="0" err="1"/>
              <a:t>Eingangspin</a:t>
            </a:r>
            <a:r>
              <a:rPr lang="de-DE" sz="1400" dirty="0"/>
              <a:t> (z. B. Hall-Sensor A) eine Flanke erkennt, wird der aktuelle </a:t>
            </a:r>
            <a:r>
              <a:rPr lang="de-DE" sz="1400" dirty="0" err="1"/>
              <a:t>Timerwert</a:t>
            </a:r>
            <a:r>
              <a:rPr lang="de-DE" sz="1400" dirty="0"/>
              <a:t> gespeichert → du bekommst </a:t>
            </a:r>
            <a:r>
              <a:rPr lang="de-DE" sz="1400" b="1" dirty="0"/>
              <a:t>die exakte Zeit dieser Flanke</a:t>
            </a:r>
            <a:r>
              <a:rPr lang="de-DE" sz="1400" dirty="0"/>
              <a:t>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526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Breitbild</PresentationFormat>
  <Paragraphs>28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Code Erklärung</vt:lpstr>
      <vt:lpstr>App_main()</vt:lpstr>
      <vt:lpstr>PowerPoint-Präsentation</vt:lpstr>
      <vt:lpstr>PowerPoint-Präsentation</vt:lpstr>
      <vt:lpstr>ESP_LOGI(TAG, "Create Hall sensor capture channels"); mcpwm_cap_timer_handle_t cap_timer = NULL; mcpwm_capture_timer_config_t cap_timer_config = { .group_id = 0, .clk_src = MCPWM_CAPTURE_CLK_SRC_DEFAULT, }; </vt:lpstr>
      <vt:lpstr>ESP_ERROR_CHECK(mcpwm_new_capture_timer(&amp;cap_timer_config, &amp;cap_timer)); mcpwm_cap_channel_handle_t cap_channels[3]; mcpwm_capture_channel_config_t cap_channel_config = { .prescale = 1, .flags.pull_up = false, .flags.neg_edge = true, .flags.pos_edge = true, };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Ruch</dc:creator>
  <cp:lastModifiedBy>Julian Ruch</cp:lastModifiedBy>
  <cp:revision>2</cp:revision>
  <dcterms:created xsi:type="dcterms:W3CDTF">2025-11-02T09:48:42Z</dcterms:created>
  <dcterms:modified xsi:type="dcterms:W3CDTF">2025-11-02T12:17:17Z</dcterms:modified>
</cp:coreProperties>
</file>